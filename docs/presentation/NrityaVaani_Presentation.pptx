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1005840"/>
            <a:ext cx="3657600" cy="411480"/>
          </a:xfrm>
          <a:prstGeom prst="roundRect">
            <a:avLst/>
          </a:prstGeom>
          <a:solidFill>
            <a:srgbClr val="281E1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AI &amp; CULTURAL HERITAGE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NrityaVaani (नृत्यवाणी)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AI-Powered Indian Classical Dance &amp; Mudra Learning Assistant</a:t>
            </a:r>
            <a:br/>
            <a:r>
              <a:t>Real-Time 3D Kinematics, On-Device Vision &amp; Bilingual Audio Coaching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931920"/>
            <a:ext cx="2011680" cy="11887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977639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On-Device Privacy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3931920"/>
            <a:ext cx="2011680" cy="11887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977639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60 FPS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Real-Time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2011680" cy="11887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977639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21 + 33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3D Hand &amp; Body Joints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931920"/>
            <a:ext cx="2011680" cy="11887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977639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EN / HI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Bilingual Voice 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DEVELOPED BY DIVYCODERS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r>
              <a:t>Mayank  •  Divyanand Pandey  •  Manthan  •  Pranav Jithesh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01.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Cultural &amp; Pedagogical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39319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731520" cy="411480"/>
          </a:xfrm>
          <a:prstGeom prst="roundRect">
            <a:avLst/>
          </a:prstGeom>
          <a:solidFill>
            <a:srgbClr val="231E28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The Unsupervised Practice Gap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Students spend 80% of practice time alone between classes. Without real-time corrective feedback, beginners unknowingly reinforce incorrect finger, wrist, and stance habits.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29000" cy="39319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2011680"/>
            <a:ext cx="731520" cy="411480"/>
          </a:xfrm>
          <a:prstGeom prst="roundRect">
            <a:avLst/>
          </a:prstGeom>
          <a:solidFill>
            <a:srgbClr val="231E28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Geographic &amp; Economic Inequity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Elite Gurus and classical dance academies are concentrated in major metropolitan hubs. Rural, suburban, and global diaspora students face high costs and scarce local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429000" cy="39319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731520" cy="411480"/>
          </a:xfrm>
          <a:prstGeom prst="roundRect">
            <a:avLst/>
          </a:prstGeom>
          <a:solidFill>
            <a:srgbClr val="231E2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Privacy &amp; Cloud Streaming Latency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Streaming live webcam feeds to cloud servers creates latency (&gt;250ms), consumes continuous bandwidth, and exposes sensitive home video feeds of students and minors.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06440"/>
            <a:ext cx="10725912" cy="594360"/>
          </a:xfrm>
          <a:prstGeom prst="roundRect">
            <a:avLst/>
          </a:prstGeom>
          <a:solidFill>
            <a:srgbClr val="1E191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🎯 The Opportunity: A private, browser-native AI dance tutor that provides laboratory-grade biomechanical feedback with zero cloud transmission.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NrityaVaani: The Intelligent Classical Dance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Codifying Ancient Pedagogy via Modern AI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Zero-Transmission Client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 computer vision runs 100% locally in the browser via WebAssembly and WebGL shaders.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Comprehensive Bharatanatyam Mudra Suite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Validates 28+ single-hand (Asamyukta) and double-hand (Samyukta) hastas from the Abhinaya Darpana.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Sub-16ms Real-Time Feedback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Ultra-low latency inference ensures students receive instantaneous posture correction cues at up to 60 FPS.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4884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🖐️ 3D Skeletal Hand Kinematics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Tracks 21 3D joint landmarks, calculating finger extension ratios (MCP to Tip), Euclidean proximity between fingertips, and joint planar angles to compute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60520"/>
            <a:ext cx="5212080" cy="214884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🗣️ Bilingual Voice Coach (English &amp; Hindi)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Hands-free practice coach using the Web Speech Synthesis API. Instructs dancers with verbal cues (e.g., 'Straighten your ring finger' or 'तर्जनी को सीधा रखें') so they never look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03.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Five Core Modular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29000" cy="20574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🎯 Live Mudra Detection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Route: /live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Real-time 60 FPS hand tracking for Asamyukta (single-hand) &amp; Samyukta (double-hand) classical mudras.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20574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🎙️ Targeted Practice Coach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Route: /practice/[slug]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Guided posture drills with dynamic posture scoring, mistake alerts, and bilingual vocal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37360"/>
            <a:ext cx="3429000" cy="20574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20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💃 3D Humanoid Lessons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Route: /learn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Codified Adavu movements (Namaskaram, Thattadavu) visualized on interactive 3D avatars with 360° orbit.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29000" cy="20574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📚 Mudra Encyclopedia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Route: /library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Comprehensive archive of 28 classical mudras with Sanskrit shlokas, mythological viniyoga, and step guides.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23360"/>
            <a:ext cx="3429000" cy="20574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🕺 3D Mocap Retargeting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Route: /mocap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In-browser markerless full-body motion capture with One-Euro jitter filtering and live mesh retargeting.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023360"/>
            <a:ext cx="3429000" cy="20574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20624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🔒 Zero-Cloud Privacy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Route: /privacy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100% on-device WebAssembly pipeline ensuring no webcam footage or biometric data ever leaves the computer.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04. SYSTEM DESIGN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Real-Time Kinematic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35661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STAGE 01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Video Ingestion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HTML5 getUserMedia API streams standard 720p/1080p webcam feed to canvas.</a:t>
            </a:r>
          </a:p>
          <a:p>
            <a:br/>
            <a:pPr>
              <a:defRPr sz="1000" b="1">
                <a:solidFill>
                  <a:srgbClr val="F8FAFC"/>
                </a:solidFill>
              </a:defRPr>
            </a:pPr>
            <a:r>
              <a:t>⚡ No Server Uplink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35661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STAGE 02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On-Device Vision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MediaPipe Tasks-Vision WASM/WebGL tracks 21 3D hand landmarks and 33 body joints.</a:t>
            </a:r>
          </a:p>
          <a:p>
            <a:br/>
            <a:pPr>
              <a:defRPr sz="1000" b="1">
                <a:solidFill>
                  <a:srgbClr val="F59E0B"/>
                </a:solidFill>
              </a:defRPr>
            </a:pPr>
            <a:r>
              <a:t>⚡ Client GPU / WASM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35661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STAGE 03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Kinematic Solver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Computes finger extension ratios, inter-tip Euclidean distance, and spatial plane vectors.</a:t>
            </a:r>
          </a:p>
          <a:p>
            <a:br/>
            <a:pPr>
              <a:defRPr sz="1000" b="1">
                <a:solidFill>
                  <a:srgbClr val="FBBF24"/>
                </a:solidFill>
              </a:defRPr>
            </a:pPr>
            <a:r>
              <a:t>⚡ Geometric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60320" cy="35661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STAGE 04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Multimodal Feedback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Three.js 3D avatar updates, radar score indicators, and Web Speech voice coaching.</a:t>
            </a:r>
          </a:p>
          <a:p>
            <a:br/>
            <a:pPr>
              <a:defRPr sz="1000" b="1">
                <a:solidFill>
                  <a:srgbClr val="10B981"/>
                </a:solidFill>
              </a:defRPr>
            </a:pPr>
            <a:r>
              <a:t>⚡ &lt;16ms Total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5912" cy="86868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📐 Biomechanical Formula: Extension Score = min(1.0, Distance(MCP, Tip) / Sum(Segment Lengths))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Normalizes joint vectors relative to the practitioner's individual hand geometry, eliminating errors caused by hand size or camera distance.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05. ENGINEERING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Modern, High-Performance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4480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Frontend Application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Next.js 16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App router, SSR &amp; client components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React 19 &amp; TypeScript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Strict type safety &amp; fast reconciliation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Tailwind CSS v4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High-performance styling &amp; themes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Framer Motion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Fluid interactive micro-animations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4480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Computer Vision &amp; AI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Google MediaPipe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Tasks-Vision Hand &amp; Pose Landmarkers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WebAssembly SIMD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High-throughput CPU vector acceleration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WebGL GPU Shaders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On-device frame inference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Geometric Rule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Joint flexion &amp; vector calculations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4480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3D Graphics &amp; Kinematics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Three.js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Real-time 3D rendering pipeline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GLTF/GLB Skinned Meshes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Rigged humanoid &amp; hand avatars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Skeletal Retargeting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Live camera-to-mesh bone mapping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OrbitControls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360-degree interactive camera inspection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60320" cy="4480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Backend &amp; Microservice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Python 3.10+ &amp; FastAPI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Inference microservice slot for deep models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Pydantic v2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Strict schema validation for landmark vectors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Web Speech Synthesis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Bilingual voice coach (English &amp; Hindi)</a:t>
            </a:r>
          </a:p>
          <a:p>
            <a:br/>
            <a:pPr>
              <a:defRPr sz="1200" b="1">
                <a:solidFill>
                  <a:srgbClr val="F8FAFC"/>
                </a:solidFill>
              </a:defRPr>
            </a:pPr>
            <a:r>
              <a:t>• Netlify / Vercel Edge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Global CDN distribution with zero cold-starts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06. INNOVATION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NrityaVaani Stands Apart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⚡ Zero-Cloud Cost, Limitless Scale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Traditional AI video platforms rely on server-side GPU instances costing thousands monthly. NrityaVaani runs entirely on the user's browser, enabling limitless horizontal scale with near-zero operating expense.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🛡️ Absolute Privacy Guarantee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Because camera frames are digested into memory within local WebAssembly sandboxes, no live video stream, photo, or biometric fingerprint is transmitted over the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🗣️ Hands-Free Bilingual Coaching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Unlike static video apps that force dancers to stop and tap screens, NrityaVaani's auditory coach dynamically dictates micro-corrections in English and Hindi while the dancer remains in posture.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🏛️ Preservation of Intangible Heritage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Transforms oral and physical classical traditions from the Natyashastra into mathematically codified 3D coordinate spaces, preserving irreplaceable cultural knowledge for posterity.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07. PRACTICAL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Feasibility &amp; Sustainable Adoption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Technical &amp; Operational Feasibility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Universal Consumer Hardware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Operates on standard integrated laptop GPUs, Chromebooks, and tablets without requiring expensive depth cameras or VR rigs.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Browser Ecosystem Maturity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WebAssembly SIMD and WebGL 2.0 are native standards supported across Chrome, Edge, Safari, and Firefox.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Zero Infrastructure Drag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Static web application hosted on Edge CDNs with minimal server maintenance or API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Commercial &amp; Institutional Viability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Institutional Academy Licensing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B2B SaaS model for dance academies (e.g., Kalakshetra, private studios) for tracking student homework accuracy.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Freemium Consumer Platform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Free access to standard 28 mudras; premium tier for advanced Adavu choreography and AI certification.</a:t>
            </a:r>
          </a:p>
          <a:p>
            <a:br/>
            <a:pPr>
              <a:defRPr sz="1300" b="1">
                <a:solidFill>
                  <a:srgbClr val="F8FAFC"/>
                </a:solidFill>
              </a:defRPr>
            </a:pPr>
            <a:r>
              <a:t>• Cultural Grants &amp; Philanthropy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Eligible for government preservation funding (Ministry of Culture, ICCR, diaspora cultural bodies).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08.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Challenges, Risks &amp; Engineered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1051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Challenge 1: Sub-optimal Lighting &amp; Background Clutter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Risk: Dim domestic environments or busy backgrounds can impair landmark visibility.   |   Mitigation: Canvas preprocessing applies adaptive contrast equalization; MediaPipe's neural landmarker utilizes attention layers invariant to background clutter.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16352"/>
            <a:ext cx="10725912" cy="1051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Challenge 2: Hand Occlusion in Complex Samyukta Hastas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Risk: Overlapping hands in double gestures can cause joint occlusion.   |   Mitigation: Multi-frame temporal state estimation maintains joint continuity; the UI guides the user with visual cues to optimize hand angle towards the webcam.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86784"/>
            <a:ext cx="10725912" cy="1051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78224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Challenge 3: Sensor Jitter in Low-End Webcams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Risk: Budget webcams produce high-frequency noise and false tremors.   |   Mitigation: One-Euro smoothing filters and weighted exponential moving averages dampen sensor jitter without adding visual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57216"/>
            <a:ext cx="10725912" cy="105156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4865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Challenge 4: Stylistic Variations Across Banis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Risk: Different classical schools (Kalakshetra, Pandanallur, Vazhuvoor) exhibit subtle posture variations.   |   Mitigation: Configurable tolerance thresholds allow practitioners and instructors to calibrate kinematic rules according to their specific Bani tradition.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09. 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Multidimensional Value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🎭 Cultural &amp; Social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Preserves endangered oral and physical arts traditions in an interactive, open-access digital format. Engages younger generations through interactive 3D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💰 Economic Accessibility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Democratizes classical arts by removing prohibitive tuition barriers. Any learner with an internet browser can access high-precision guided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🌐 Educational Inclusivity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Bilingual voice guidance in Hindi and English breaks linguistic silos. Multi-modal visual and audio feedback accommodates diverse learning 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🌱 Environmental Sustainability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Zero cloud GPU streaming clusters. 100% on-device client processing reduces carbon emissions and data center energy consumption to virtually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10. ACADEMIC RIGOR &amp;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01 • COMPUTER VISION &amp; POSE AI  |  MediaPipe Research (Google)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Zhang et al. (Google Research, 2020)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MediaPipe Hands: On-device Real-time Hand Tracking (arXiv:2006.10214) — 21 3D landmarks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Bazarevsky et al. (CVPR / arXiv, 2020)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BlazePose: Real-time Body Pose tracking (arXiv:2006.10204) — 33 body skeletal topology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02 • SIGNAL FILTERING &amp; KINEMATICS  |  ACM CHI &amp; SIGGRAPH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Casiez, Roussel &amp; Vogel (ACM CHI 2012)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1 € Filter: Speed-based Low-pass Filter for Noisy Input — implemented in smooth.ts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Ken Shoemake (ACM SIGGRAPH)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Animating Rotation with Quaternion Curves — Gimbal-lock-free 3D bone retargeting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03 • CANONICAL SANSKRIT TREATISES  |  Natyashastra Heritage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Nandikeshvara (Abhinaya Darpana)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The Mirror of Gesture (transl. Coomaraswamy) — 28 Asamyukta &amp; 24 Samyukta Hastas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Bharata Muni (Natya Shastra)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Chapters IV, VIII, IX (transl. M. Ghosh) — Angas, Upangas, Sthanakas &amp; Aramandi posture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04 • OPEN STANDARDS &amp; PERFORMANCE  |  W3C &amp; Khronos Group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W3C WebAssembly (WASM SIMD 128)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Hardware-accelerated CPU vector execution for &lt;16ms client-side inference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W3C Web Speech API &amp; Three.js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On-device bilingual voice coaching and WebGL 2.0 3D spatial humanoid animation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97880"/>
            <a:ext cx="10725912" cy="502920"/>
          </a:xfrm>
          <a:prstGeom prst="roundRect">
            <a:avLst/>
          </a:prstGeom>
          <a:solidFill>
            <a:srgbClr val="1E191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BBF24"/>
                </a:solidFill>
              </a:defRPr>
            </a:pPr>
            <a:r>
              <a:t>💡 Rigor Highlight: Merges 2,000-year-old Natyashastra kinematic rules with modern Google MediaPipe WASM client-side 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11. CONCLUSION &amp; FUTURE ROADMAP</a:t>
            </a:r>
          </a:p>
          <a:p>
            <a:pPr algn="ctr">
              <a:defRPr sz="2800" b="1">
                <a:solidFill>
                  <a:srgbClr val="F8FAFC"/>
                </a:solidFill>
              </a:defRPr>
            </a:pPr>
            <a:r>
              <a:t>Preserving Indian Heritage with Responsible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27432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1 (LIVE)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Bharatanatyam Core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On-device 60 FPS mudra detection, bilingual audio coaching, 28 mudra encyclopedia, and 3D Adavu visualizer.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27432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2 (NEXT)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Pan-Indian Dance Forms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Extending kinematic rule heuristics to Kathak (chakkars/hastas), Odissi (Tribhanga posture), and Kathakali gestures.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27432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463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011680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3 (VISION)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Guru-Academy Ecosystem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Instructor dashboards, homework assignment workflows, asynchronous grading, and certified digital diplomas.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937760"/>
            <a:ext cx="7619695" cy="1371600"/>
          </a:xfrm>
          <a:prstGeom prst="roundRect">
            <a:avLst/>
          </a:prstGeom>
          <a:solidFill>
            <a:srgbClr val="1B18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074920"/>
            <a:ext cx="72539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Thank You! / धन्यवाद!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NrityaVaani — Developed with ❤️ by DivyCoders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